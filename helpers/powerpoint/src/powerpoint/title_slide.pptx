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onsolas"/>
              </a:defRPr>
            </a:pPr>
            <a:r>
              <a:t>PROJET DE FIN D'ÉTUDES — SOUTENANCE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3800">
                <a:solidFill>
                  <a:srgbClr val="FFFFFF"/>
                </a:solidFill>
                <a:latin typeface="Arial"/>
              </a:defRPr>
            </a:pPr>
            <a:r>
              <a:t>Conception et réalisation d'un module CRM pour la plateforme UniFlow-Suite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>
                <a:solidFill>
                  <a:srgbClr val="B4BECD"/>
                </a:solidFill>
                <a:latin typeface="Arial"/>
              </a:defRPr>
            </a:pPr>
            <a:r>
              <a:t>Une solution SaaS de gestion de la relation client, hébergée en Algérie et intégrée à l'écosystème logiciel d'ITComp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Présenté par</a:t>
            </a:r>
          </a:p>
          <a:p>
            <a:pPr>
              <a:defRPr sz="1200">
                <a:solidFill>
                  <a:srgbClr val="F1F5F9"/>
                </a:solidFill>
                <a:latin typeface="Consolas"/>
              </a:defRPr>
            </a:pPr>
            <a:r>
              <a:t>[NOM ET PRÉNOM — À COMPLÉTER]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120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Encadrement</a:t>
            </a:r>
          </a:p>
          <a:p>
            <a:pPr>
              <a:defRPr sz="1200">
                <a:solidFill>
                  <a:srgbClr val="F1F5F9"/>
                </a:solidFill>
                <a:latin typeface="Consolas"/>
              </a:defRPr>
            </a:pPr>
            <a:r>
              <a:t>[ENCADREUR — À COMPLÉTER]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120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Organisme</a:t>
            </a:r>
            <a:br/>
            <a:r>
              <a:t>d'accueil</a:t>
            </a:r>
          </a:p>
          <a:p>
            <a:pPr>
              <a:defRPr sz="1200">
                <a:solidFill>
                  <a:srgbClr val="F1F5F9"/>
                </a:solidFill>
                <a:latin typeface="Consolas"/>
              </a:defRPr>
            </a:pPr>
            <a:r>
              <a:t>ITComp — Alger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12064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Année</a:t>
            </a:r>
          </a:p>
          <a:p>
            <a:pPr>
              <a:defRPr sz="1200">
                <a:solidFill>
                  <a:srgbClr val="F1F5F9"/>
                </a:solidFill>
                <a:latin typeface="Consolas"/>
              </a:defRPr>
            </a:pPr>
            <a:r>
              <a:t>[ANNÉE — À COMPLÉTER]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